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dört haftadır loss.backward() yazıp geçiyordum. Bu hafta içinde ne olduğunu öğrendim.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Videoda en uzun bölüm bu. Kâğıda çizdiğin grafı kameraya göstermek anlatmaktan daha etkili.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İLERLEME SUNUMU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 Ninja: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loss.backward() Olmadan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gradient'i elle hesaplamak, doğrulamak ve tek satıra indirmek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87952"/>
            <a:ext cx="3840480" cy="0"/>
          </a:xfrm>
          <a:prstGeom prst="line">
            <a:avLst/>
          </a:prstGeom>
          <a:noFill/>
          <a:ln w="25400">
            <a:solidFill>
              <a:srgbClr val="B08D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708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H2'de micrograd'da skaler backward yazmıştım. Bu hafta aynısını tensor'larla, gerçek bir modelde.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Neco  ·  Karpathy makemore Part 4  ·  Teslim: 20 Eylül, 19.00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YÖNETİCİ ÖZETİ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haftadır yazdığım tek satırın içini açmak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Tez: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loss.backward() sihir değil. Her işlemin türevini doğru sırada uygulayan,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yayılan boyutları toplayan ve birden çok yerde kullanılan değişkenlerin katkılarını biriktiren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mekanik bir süreç. Bir kez elle yazınca sihir olmaktan çıkıyor.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2624328" cy="320040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9443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3566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3968496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20 küçük adıma böldüm. F.cross_entropy tek satırdan sekiz değişkene ayrıldı.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697480"/>
            <a:ext cx="2624328" cy="320040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9443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93592" y="3566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Doğrulama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93592" y="3968496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gradient elle yazıldı. 11'i EXACT, 15'i approx (fark &lt; 6e-09, float aritmetiğinden).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697480"/>
            <a:ext cx="2624328" cy="320040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29443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3566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görev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3968496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entropy 8 adımdan 1 satıra, BatchNorm 7 adımdan 1 satıra indi.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06840" y="2697480"/>
            <a:ext cx="2624328" cy="3200400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29443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87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2872" y="35661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Kanıt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62872" y="3968496"/>
            <a:ext cx="212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adım eğitim, hiçbir yerde loss.backward() yok. Dev loss 2,2287.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Özeti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SÜREKLİLİK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2'nin kavramı, Hafta 5'in uygulaması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716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41448" y="13716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(micrograd)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84648" y="13716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(PyTorch)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7848" y="1371600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(bu hafta)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1155680" cy="566928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373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yayılım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41448" y="1737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backward()'ım, skaler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84648" y="1737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loss.backward(), kara kutu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27848" y="173736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Elle, tensor seviyesinde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230428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 biriktirme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41448" y="230428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self.grad += 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84648" y="230428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Görünmüyor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27848" y="2304288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dcounts += ... (aynı kural)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871216"/>
            <a:ext cx="11155680" cy="566928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87121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türevi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41448" y="287121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t**2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84648" y="287121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Görünmüyor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27848" y="2871216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(1.0 - h**2) * dh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" y="343814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Topolojik sıra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41448" y="343814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build_topo()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84648" y="343814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27848" y="3438144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Elle, sondan başa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005072"/>
            <a:ext cx="11155680" cy="566928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0050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olan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41448" y="400507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84648" y="4005072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27848" y="4005072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Broadcasting'in gradient'e etkisi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480560"/>
            <a:ext cx="5486400" cy="1691640"/>
          </a:xfrm>
          <a:prstGeom prst="roundRect">
            <a:avLst>
              <a:gd name="adj" fmla="val 2703"/>
            </a:avLst>
          </a:prstGeom>
          <a:solidFill>
            <a:srgbClr val="FBF4E8"/>
          </a:solidFill>
          <a:ln w="12700">
            <a:solidFill>
              <a:srgbClr val="E5D5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459028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kural, farklı ölçek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8280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2'de b = a + a örneğini yazıp a.grad'ın 2 çıkması gerektiğini test etmiştim. Kural apaçıktı.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aynı kuralı unuttum. Sebebi ölçek: skaler versiyonda iki kullanım aynı satırda görünüyor. Matris versiyonunda dört satır arayla iki yerde geçiyor ve kod sondan başa yazıldığı için mesafe daha da uzuyor.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480560"/>
            <a:ext cx="5486400" cy="1691640"/>
          </a:xfrm>
          <a:prstGeom prst="roundRect">
            <a:avLst>
              <a:gd name="adj" fmla="val 2703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459028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4'te açık kalan soruya cevap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91656" y="4901184"/>
            <a:ext cx="5047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yazmıştım: “BatchNorm'da bir örneğin çıktısı aynı batch'teki diğerlerine bağlı. Tuhaf ama işe yarıyor.”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BatchNorm türevini çıkardım: üç terimden ikisi tam olarak bu bağlantının matematiği. Artık neden öyle olduğunu görüyorum.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Süreklilik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2377440" y="2240280"/>
            <a:ext cx="0" cy="868680"/>
          </a:xfrm>
          <a:prstGeom prst="line">
            <a:avLst/>
          </a:prstGeom>
          <a:noFill/>
          <a:ln w="15875">
            <a:solidFill>
              <a:srgbClr val="2B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21396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kural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97480" y="272491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geri yayılımın tamamı bunlara dayanıyor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3310128"/>
            <a:ext cx="6309360" cy="402336"/>
          </a:xfrm>
          <a:prstGeom prst="roundRect">
            <a:avLst>
              <a:gd name="adj" fmla="val 11364"/>
            </a:avLst>
          </a:prstGeom>
          <a:solidFill>
            <a:srgbClr val="051A3A"/>
          </a:solidFill>
          <a:ln w="12700">
            <a:solidFill>
              <a:srgbClr val="2B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33101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· çoklu katkı · sum vs max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1 ve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 toplar, çoklu kullanım biriktirir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760720" cy="1371600"/>
          </a:xfrm>
          <a:prstGeom prst="roundRect">
            <a:avLst>
              <a:gd name="adj" fmla="val 3333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5376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counts * counts_sum_inv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counts:         (32, 27)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counts_sum_inv: (32,  1)  &lt;- 27 sutuna yayiliyor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geri geciste hepsi TOPLANIR: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dcounts_sum_inv = (counts * dprobs).sum(1, keepdim=True)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166360" cy="137160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1696" y="1481328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Analoji: maaş ve 27 masraf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11696" y="1792224"/>
            <a:ext cx="4727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kişi maaşını 27 masrafa dağıtıyor. “Maaş 1 lira artarsa toplam harcama ne kadar artar?” sorusunun cevabı 27 masraftaki artışın TOPLAMIDIR.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de böyle: tek değer 27 yere kopyalandıysa etkisi 27 yerden gelen etkilerin toplamı.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5760720" cy="1325880"/>
          </a:xfrm>
          <a:prstGeom prst="roundRect">
            <a:avLst>
              <a:gd name="adj" fmla="val 3448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035808"/>
            <a:ext cx="537667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counts iki yerde kullaniliyor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dcounts  = counts_sum_inv * dprobs               # birinci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dcounts += torch.ones_like(counts) * dcounts_sum # ikinci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2926080"/>
            <a:ext cx="5166360" cy="1325880"/>
          </a:xfrm>
          <a:prstGeom prst="roundRect">
            <a:avLst>
              <a:gd name="adj" fmla="val 3448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3035808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Pratik ipucu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11696" y="3346704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geçişte bir gradient'in şekli, ileri geçişteki değişkenin şekliyle AYNI olmalı. Uyuşmuyorsa ya sum eksiktir ya fazladır.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burada şekil hatası veriyor — sessiz geçmediği için şanslıyız.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4805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41448" y="44805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kullanım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448056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kullanım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27848" y="4480560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11155680" cy="40233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84632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41448" y="4846320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484632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counts_sum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27848" y="484632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52486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41448" y="524865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norm_logits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5248656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logit_maxes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27848" y="524865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650992"/>
            <a:ext cx="11155680" cy="40233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56509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bndiff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41448" y="565099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bnraw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5650992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bndiff2 (4 adım sonra)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27848" y="5650992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— benim hatam burada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" y="605332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hprebn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41448" y="6053328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bndiff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6053328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bnmeani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27848" y="6053328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Kural 1–2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Toplam eşit dağıtır, maksimum sadece kazanana verir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7160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84248" y="13716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geçişte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27448" y="13716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geçişte gradient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7848" y="1371600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1155680" cy="566928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3736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84248" y="17373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elemanları toplar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7448" y="173736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elemanlara EŞİT dağılır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27848" y="1737360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torch.ones_like(x) * dout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2304288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84248" y="230428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büyüğü seçer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30428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kazanan elemana gider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27848" y="2304288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F.one_hot(argmax) * dout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743200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285292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Analoji: takım ödülü ve bireysel ödül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16382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sum: takım projesinde herkesin katkısı toplanıyor. Ödül artarsa herkesin payı eşit artar.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yarışmada sadece birinci ödül alıyor. Ödül artarsa sadece birincinin payı artar, diğerleri sıfır.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2743200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285292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İlginç bir gözlem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91656" y="3163824"/>
            <a:ext cx="5047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logit_maxes'in gradient normu ölçümde tam 0,0000 çıktı.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Sebep matematiksel: logits'ten maksimumu çıkarmak softmax'ı değiştirmiyor, yani o dal loss'u hiç etkilemiyor. Kod yine de doğru gradient'i hesaplıyor, sadece sonuç sıfır.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11155680" cy="1645920"/>
          </a:xfrm>
          <a:prstGeom prst="roundRect">
            <a:avLst>
              <a:gd name="adj" fmla="val 2778"/>
            </a:avLst>
          </a:prstGeom>
          <a:solidFill>
            <a:srgbClr val="FBF4E8"/>
          </a:solidFill>
          <a:ln w="12700">
            <a:solidFill>
              <a:srgbClr val="E5D5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4636008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kural, tek cümle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8463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Broadcasting ileri geçişte yayar, geri geçişte toplar.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Bir değişkenden kaç ok çıkıyorsa o kadar katkı var, hepsi toplanır.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sum eşit dağıtır, max sadece kazanana verir.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üçünü bilen biri, hangi işlem olursa olsun türevini çıkarabilir. 26 gradient boyunca başka bir şeye ihtiyaç duymadım.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Kural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2377440" y="2240280"/>
            <a:ext cx="0" cy="868680"/>
          </a:xfrm>
          <a:prstGeom prst="line">
            <a:avLst/>
          </a:prstGeom>
          <a:noFill/>
          <a:ln w="15875">
            <a:solidFill>
              <a:srgbClr val="2B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21396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1–2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97480" y="272491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parçalamak ve 26 gradient'i doğrulamak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3310128"/>
            <a:ext cx="6309360" cy="402336"/>
          </a:xfrm>
          <a:prstGeom prst="roundRect">
            <a:avLst>
              <a:gd name="adj" fmla="val 11364"/>
            </a:avLst>
          </a:prstGeom>
          <a:solidFill>
            <a:srgbClr val="051A3A"/>
          </a:solidFill>
          <a:ln w="12700">
            <a:solidFill>
              <a:srgbClr val="2B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33101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gorev1_kurulum.py  ·  gorev2_elle.py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satırı 20 adıma bölmek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852160" cy="3017520"/>
          </a:xfrm>
          <a:prstGeom prst="roundRect">
            <a:avLst>
              <a:gd name="adj" fmla="val 1515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546811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Normalde: loss = F.cross_entropy(logits, Yb)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Burada 8 adima bolundu: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logit_maxes    = logits.max(1, keepdim=True).values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norm_logits    = logits - logit_maxes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        = norm_logits.exp()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counts_sum     = counts.sum(1, keepdim=True)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counts_sum_inv = counts_sum ** -1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         = counts * counts_sum_inv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logprobs       = probs.log()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          = -logprobs[range(n), Yb].mean()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5120640" cy="1051560"/>
          </a:xfrm>
          <a:prstGeom prst="roundRect">
            <a:avLst>
              <a:gd name="adj" fmla="val 4348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57416" y="14813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parçalıyoruz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57416" y="1792224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adımın türevini ayrı ayrı yazıp cmp ile kontrol edebilelim diye. 26 gradient'i yazıp sonunda kontrol etseydik, hatanın nerede olduğunu bulmak çok zor olurdu.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37960" y="260604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271576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retain_grad() neden gerekli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57416" y="3026664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varsayılan olarak sadece parametrelerin gradient'ini saklıyor, ara değişkenlerinkini atıyor. retain_grad() “bunu da sakla” diyor.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3657600"/>
            <a:ext cx="5120640" cy="731520"/>
          </a:xfrm>
          <a:prstGeom prst="roundRect">
            <a:avLst>
              <a:gd name="adj" fmla="val 625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37673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Bessel düzeltmesi (n−1)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57416" y="4078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Varyansı n−1'e bölmek yansız tahmin verir. Bu ayrıntı ek görevde n/(n−1) çarpanı olarak geri dönecek.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46177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çeken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461772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62088" y="461772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83480"/>
            <a:ext cx="11155680" cy="566928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98348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logit_maxes grad normu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498348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0,0000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62088" y="4983480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Maksimumu çıkarmak softmax'ı değiştirmiyor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" y="55504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embcat ve emb normları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5550408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İkisi de 2,6678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62088" y="5550408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Aralarındaki tek işlem view — hiçbir sayı değişmiyor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Görev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gradient, tek tek doğrulandı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86400" cy="1234440"/>
          </a:xfrm>
          <a:prstGeom prst="roundRect">
            <a:avLst>
              <a:gd name="adj" fmla="val 3704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51023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cmp(isim, dt, t):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tam = torch.all(dt == t.grad).item()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yaklasik = torch.allclose(dt, t.grad)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maks_fark = (dt - t.grad).abs().max().item()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durum = "EXACT" if tam else ("approx" if yaklasik else "HATA")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1234440"/>
          </a:xfrm>
          <a:prstGeom prst="roundRect">
            <a:avLst>
              <a:gd name="adj" fmla="val 3704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48132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Haftanın en değerli aracı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91656" y="1792224"/>
            <a:ext cx="5047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adımı yazdıktan hemen sonra çalıştırıp doğru mu diye bakıyorsun.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4'teki “önce tek minibatch'i overfit et” testinin bu haftaki karşılığı: büyük işe girişmeden önce küçük bir kontrol.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7889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0088" y="278892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44968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08008" y="27889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fark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15468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entropy zinciri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0088" y="3154680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logprobs, probs, counts_sum_inv, counts_sum, counts, norm_logits, logit_maxes, logits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44968" y="3154680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08008" y="3154680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0,00e+00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3648456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Linear katman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0088" y="3648456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h, W2, b2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44968" y="3648456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08008" y="3648456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0,00e+00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142232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142232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 ve BN ölçeği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90088" y="4142232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hpreact, bngain, bnraw, bnbias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44968" y="414223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08008" y="4142232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2,79e-09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4636008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çekirdeği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90088" y="4636008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bnvar_inv, bnvar, bndiff2, bndiff, bnmeani, hprebn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44968" y="463600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08008" y="4636008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3,73e-09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5129784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512978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Linear ve embedding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90088" y="5129784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embcat, W1, b1, emb, 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44968" y="5129784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08008" y="512978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5,59e-09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11155680" cy="658368"/>
          </a:xfrm>
          <a:prstGeom prst="roundRect">
            <a:avLst>
              <a:gd name="adj" fmla="val 6944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5641848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ile approx arasındaki fark ne anlama geliyor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" y="5952744"/>
            <a:ext cx="10716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= bit düzeyinde birebir aynı. approx = fark 1e-09 civarı, yani float aritmetiğinin sonucu (PyTorch işlemleri farklı sırada yapıyor). approx olanların hepsinin BatchNorm zincirinde olması bunu doğruluyor: bölme ve karekök yuvarlama hatası biriktirir.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Görev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2377440" y="2240280"/>
            <a:ext cx="0" cy="868680"/>
          </a:xfrm>
          <a:prstGeom prst="line">
            <a:avLst/>
          </a:prstGeom>
          <a:noFill/>
          <a:ln w="15875">
            <a:solidFill>
              <a:srgbClr val="2B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21396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çok zorlandığım türev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97480" y="272491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bndiff ve teşhis süreci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3310128"/>
            <a:ext cx="6309360" cy="402336"/>
          </a:xfrm>
          <a:prstGeom prst="roundRect">
            <a:avLst>
              <a:gd name="adj" fmla="val 11364"/>
            </a:avLst>
          </a:prstGeom>
          <a:solidFill>
            <a:srgbClr val="051A3A"/>
          </a:solidFill>
          <a:ln w="12700">
            <a:solidFill>
              <a:srgbClr val="2B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33101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 özellikle istenen bölüm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ZORLANDIĞIM TÜREV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bndiff: iki yerde kullanılıyor, ikinci katkıyı atladım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760720" cy="1371600"/>
          </a:xfrm>
          <a:prstGeom prst="roundRect">
            <a:avLst>
              <a:gd name="adj" fmla="val 3333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53766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bndiff  = hprebn - bnmeani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bndiff2 = bndiff ** 2          # &lt;- IKINCI kullanim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bnvar   = 1/(n-1) * bndiff2.sum(0, keepdim=True)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bnvar_inv = (bnvar + 1e-5) ** -0.5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bnraw   = bndiff * bnvar_inv   # &lt;- BIRINCI kullanim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166360" cy="1371600"/>
          </a:xfrm>
          <a:prstGeom prst="roundRect">
            <a:avLst>
              <a:gd name="adj" fmla="val 3333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1696" y="1481328"/>
            <a:ext cx="47823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YANLIS (eksik):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dbndiff = bnvar_inv * dbnraw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DOGRU: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dbndiff = bnvar_inv * dbnraw         # birinci</a:t>
            </a:r>
            <a:endParaRPr lang="en-US" sz="95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dbndiff += (2 * bndiff) * dbndiff2   # ikinci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geçişte kod sondan başa yazıldığı için önce bnraw'a, sonra bndiff2'ye geliniyor. Arada üç adım var — unutmak kolay.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329184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27048" y="329184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yaptım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81928" y="3291840"/>
            <a:ext cx="5321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gördüm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657600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27048" y="3657600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cmp('bndiff', dbndiff, bndiff) çalıştırdım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81928" y="3657600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“HATA” yazdı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4151376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27048" y="4151376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farka baktım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81928" y="4151376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1e-02 seviyesinde — büyük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645152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4645152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27048" y="4645152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farkın anlamını sorguladım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4645152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1e-09 olsaydı yuvarlama derdim; 1e-02 gerçek eksiklik demek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5138928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27048" y="5138928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Grafı kâğıda çizdim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81928" y="5138928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bndiff'ten İKİ ok çıkıyor, ben birini yazmışım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632704"/>
            <a:ext cx="11155680" cy="493776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5632704"/>
            <a:ext cx="749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27048" y="5632704"/>
            <a:ext cx="4590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katkıyı ekledim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5632704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 “approx” dedi, fark 4,66e-10'a indi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Zorlandığım türev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ÇIKARIM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Farkın büyüklüğü hatanın türünü söylüyor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716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fark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55848" y="137160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anlama geliyor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62088" y="137160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yapmalı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1155680" cy="603504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73736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1e-09 civarı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1737360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sırası farkı, float aritmetiği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62088" y="1737360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devam 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" y="2340864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1e-02 civarı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2340864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terim: bir katkı atlanmış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62088" y="2340864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 bak, değişken kaç yere gidiyor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11155680" cy="603504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944368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1e+00 civarı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944368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Türev formülü tamamen yanlış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62088" y="2944368"/>
            <a:ext cx="40416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Formülü baştan çıkar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FBF4E8"/>
          </a:solidFill>
          <a:ln w="12700">
            <a:solidFill>
              <a:srgbClr val="E5D5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76732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haftanın bana en çok şey öğreten anı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00507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cmp'nin “HATA” demesi değil — farkın 1e-02 olduğunu görmekti.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fark 1e-09 olsaydı “yuvarlama hatasıdır” deyip geçebilirdim ve yanlış bir kodla devam ederdim.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hata ayıklarken sadece “doğru mu yanlış mı” değil, “ne kadar yanlış” sorusunu da sormak gerekiyor.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657600"/>
            <a:ext cx="5486400" cy="18288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3767328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Genelleştirilebilir 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91656" y="4078224"/>
            <a:ext cx="5047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yazarken “bu değişken nereye gidiyor” diye sormak yetmiyor; “kaç yere gidiyor” diye sormak gerekiyor.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hatayı üç yerde daha yapabilirdim: counts, logits, hprebn. Bunları bndiff'teki hatadan sonra bilerek kontrol ettim ve doğru yazdığımı gördüm.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Çıkarım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2377440" y="2240280"/>
            <a:ext cx="0" cy="868680"/>
          </a:xfrm>
          <a:prstGeom prst="line">
            <a:avLst/>
          </a:prstGeom>
          <a:noFill/>
          <a:ln w="15875">
            <a:solidFill>
              <a:srgbClr val="2B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97480" y="21396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görev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97480" y="272491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satıra indirme ve autograd'sız eğitim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3310128"/>
            <a:ext cx="6309360" cy="402336"/>
          </a:xfrm>
          <a:prstGeom prst="roundRect">
            <a:avLst>
              <a:gd name="adj" fmla="val 11364"/>
            </a:avLst>
          </a:prstGeom>
          <a:solidFill>
            <a:srgbClr val="051A3A"/>
          </a:solidFill>
          <a:ln w="12700">
            <a:solidFill>
              <a:srgbClr val="2B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33101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Part 4, Egzersiz 2–3–4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EGZERSİZ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entropy: 8 adımlık zincir tek satıra iniyor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dlogits  =  </a:t>
            </a:r>
            <a:pPr algn="ctr" indent="0" marL="0">
              <a:buNone/>
            </a:pPr>
            <a:r>
              <a:rPr lang="en-US" sz="20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softmax(logits) − one_hot(Y) ) / 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fark: 1,86e-09. Sebep: softmax içindeki exp ile log birbirini kısmen götürüyor.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55680" cy="2011680"/>
          </a:xfrm>
          <a:prstGeom prst="roundRect">
            <a:avLst>
              <a:gd name="adj" fmla="val 2273"/>
            </a:avLst>
          </a:prstGeom>
          <a:solidFill>
            <a:srgbClr val="FBF4E8"/>
          </a:solidFill>
          <a:ln w="12700">
            <a:solidFill>
              <a:srgbClr val="E5D5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852928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Formülün anlamı — ezberlemeye gerek yok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90672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(modelin tahmini) − (gerçek cevap), örnek sayısına bölünmüş.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doğru harfe %100 verdiyse:  tahmin 1, gerçek 1, fark 0    →  gradient sıfır, düzeltme yok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yanlış harfe %60 verdiyse:  tahmin 0,6, gerçek 0, fark +0,6  →  “bu harfin skorunu azalt”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doğru harfe %10 verdiyse:   tahmin 0,1, gerçek 1, fark −0,9  →  “bu harfin skorunu artır”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Formülü unutsam bile bu üç satırdan yeniden türetebilirim.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498348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7528" y="4983480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349240"/>
            <a:ext cx="11155680" cy="50292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5349240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sayısı (uzun yol → tek satır)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67528" y="5349240"/>
            <a:ext cx="6236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" y="5852160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fark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67528" y="5852160"/>
            <a:ext cx="6236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1,86e-09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Egzersiz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EGZERSİZ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BatchNorm: 7 adımlık zincir tek satıra iniyor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868680"/>
          </a:xfrm>
          <a:prstGeom prst="roundRect">
            <a:avLst>
              <a:gd name="adj" fmla="val 5263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107716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dhprebn = bnvar_inv/n * (n*dbnraw - dbnraw.sum(0)</a:t>
            </a:r>
            <a:endParaRPr lang="en-US" sz="1100" dirty="0"/>
          </a:p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- n/(n-1) * bnraw * (dbnraw*dbnraw).sum(0))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115568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468880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18888" y="2468880"/>
            <a:ext cx="6784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anlatıyor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155680" cy="54864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834640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dbnraw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2834640"/>
            <a:ext cx="678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etki: bu örneği oynatırsan kendi çıktısı ne kadar değişir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" y="3383280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dbnraw.sum(0)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8888" y="3383280"/>
            <a:ext cx="678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Ortalamayı değiştirdiğin için diğer örneklere ödenen geri ödeme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11155680" cy="54864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931920"/>
            <a:ext cx="4041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n/(n−1) · bnraw · (...)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8888" y="3931920"/>
            <a:ext cx="6784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Varyansı değiştirdiğin için ödenen geri ödeme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5669280" cy="1828800"/>
          </a:xfrm>
          <a:prstGeom prst="roundRect">
            <a:avLst>
              <a:gd name="adj" fmla="val 2500"/>
            </a:avLst>
          </a:prstGeom>
          <a:solidFill>
            <a:srgbClr val="FBF4E8"/>
          </a:solidFill>
          <a:ln w="12700">
            <a:solidFill>
              <a:srgbClr val="E5D5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440740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4'te kalan sorunun cevabı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 yazmıştım: “BatchNorm'da bir örneğin çıktısı aynı batch'teki diğerlerine bağlı. Kulağa bug gibi geliyor ama işe yarıyor.”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ve üçüncü terim tam olarak bu bağlantının matematiği. Bir örneği oynattığında batch'in ortalaması ve varyansı da değişiyor, dolayısıyla diğer bütün örneklerin çıktısı da.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4297680"/>
            <a:ext cx="5303520" cy="1828800"/>
          </a:xfrm>
          <a:prstGeom prst="roundRect">
            <a:avLst>
              <a:gd name="adj" fmla="val 250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440740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n/(n−1) çarpanı nereden geliyor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74536" y="4718304"/>
            <a:ext cx="4864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1'de varyansı n−1'e bölerek hesaplamıştık (Bessel düzeltmesi). O bölme türevde bu çarpan olarak geri dönüyor.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Atlayınca küçük ama SİSTEMATİK bir fark çıkıyor — yuvarlama gibi görünmüyor, hep aynı yönde sapıyor. Sistematik sapma gördüğünde formülde bir katsayı eksik demektir.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Ölçülen fark: 4,66e-10.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Egzersiz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EGZERSİZ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20.000 adım eğitim — hiçbir yerde loss.backward() yok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852160" cy="2743200"/>
          </a:xfrm>
          <a:prstGeom prst="roundRect">
            <a:avLst>
              <a:gd name="adj" fmla="val 1667"/>
            </a:avLst>
          </a:prstGeom>
          <a:solidFill>
            <a:srgbClr val="051A3A"/>
          </a:solidFill>
          <a:ln w="12700">
            <a:solidFill>
              <a:srgbClr val="05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81328"/>
            <a:ext cx="546811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adim in range(20000):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--- ILERI --- (normal)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logits = h @ W2 + b2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F.cross_entropy(logits, Yb)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--- GERI: hepsi elle ---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dlogits = F.softmax(logits, 1)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dlogits[range(n), Yb] -= 1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dlogits /= n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dh  = dlogits @ W2.T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dW2 = h.T @ dlogits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dhpreact = (1.0 - h**2) * dh      # H2'den beri ayni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dhprebn = bnvar_inv/n * (n*dbnraw - ...)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--- GUNCELLE ---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p, gr in zip(ps, gradlar):</a:t>
            </a:r>
            <a:endParaRPr lang="en-US" sz="9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D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p.data += -lr * gr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512064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1371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10728" y="1371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73768" y="1371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37960" y="1737360"/>
            <a:ext cx="512064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10728" y="1737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3,4437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73768" y="1737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47688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10728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2,9163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73768" y="21945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Düşüyor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651760"/>
            <a:ext cx="512064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6517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0728" y="26517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2,0499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73768" y="26517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47688" y="3108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10728" y="31089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1,9306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73768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3566160"/>
            <a:ext cx="512064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5661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19.999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10728" y="35661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2,2072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73768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 gürültüsü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931920"/>
            <a:ext cx="5120640" cy="777240"/>
          </a:xfrm>
          <a:prstGeom prst="roundRect">
            <a:avLst>
              <a:gd name="adj" fmla="val 5882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4059936"/>
            <a:ext cx="4681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 loss'unun zıplaması normal: her adımda farklı 32 örnek seçiliyor. Asıl ölçüt dev loss.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297680"/>
            <a:ext cx="5852160" cy="365760"/>
          </a:xfrm>
          <a:prstGeom prst="rect">
            <a:avLst/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2976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09928" y="42976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kaynağı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53128" y="4297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663440"/>
            <a:ext cx="585216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6634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09928" y="46634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53128" y="4663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2,4544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" y="51206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09928" y="51206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53128" y="51206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2,1486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577840"/>
            <a:ext cx="585216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5778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709928" y="55778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yazılmış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53128" y="5577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2,2287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4800600"/>
            <a:ext cx="5120640" cy="1371600"/>
          </a:xfrm>
          <a:prstGeom prst="roundRect">
            <a:avLst>
              <a:gd name="adj" fmla="val 3333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491032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0,08'lik fark modelden, yöntemden değil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57416" y="5221224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haftaki modelin gizli katmanı 64 (geçen hafta 200) ve batch 32 (geçen hafta 64). Küçük tutmamın sebebi elle hesabın kontrol edilebilir kalması.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Ürettiği isimler: carmah, amille, reety, ner, kiah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Egzersiz 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TESLİM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Çıktılar, açık sorular ve Hafta 6'ya devir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5852160" cy="713232"/>
          </a:xfrm>
          <a:prstGeom prst="roundRect">
            <a:avLst>
              <a:gd name="adj" fmla="val 641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636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· hafta-5/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83794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script, iki veri dosyası, README ve deney notu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5852160" cy="713232"/>
          </a:xfrm>
          <a:prstGeom prst="roundRect">
            <a:avLst>
              <a:gd name="adj" fmla="val 641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048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 notu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791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gradient'in doğrulama tablosu, bndiff hatası ve teşhis süreci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91256"/>
            <a:ext cx="5852160" cy="713232"/>
          </a:xfrm>
          <a:prstGeom prst="roundRect">
            <a:avLst>
              <a:gd name="adj" fmla="val 6410"/>
            </a:avLst>
          </a:prstGeom>
          <a:solidFill>
            <a:srgbClr val="F2F5FA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anlatım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3520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zorlanılan türev (bndiff) ve nasıl doğrulandığı — mailde istenen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508760"/>
            <a:ext cx="5029200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627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kalan sorular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1993392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dC'yi döngü yerine index_add_ ile yazsam ne kadar hızlanır?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kütüphaneler bu tek satır formülleri nasıl buluyor — sembolik türev mi?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entropy'nin sadeleşmesi tesadüf mü, yoksa softmax ve log bilinçli mi seçildi?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11155680" cy="1554480"/>
          </a:xfrm>
          <a:prstGeom prst="roundRect">
            <a:avLst>
              <a:gd name="adj" fmla="val 2941"/>
            </a:avLst>
          </a:prstGeom>
          <a:solidFill>
            <a:srgbClr val="00285A"/>
          </a:solidFill>
          <a:ln w="12700">
            <a:solidFill>
              <a:srgbClr val="0028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525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6'ya devir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68172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yeni bir model kurmadım; var olanın içini açtım. Kazanç şu: bundan sonra gradient'i patlayan ya da sıfırlanan bir modelle karşılaştığımda nereye bakacağımı biliyorum. Ve artık loss.backward() yazdığımda arkada ne olduğunu biliyorum, çünkü bir kez kendim yazdım.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“ağ nedir”, H2 “nasıl öğrenir”, H3 “dil modeli nedir”, H4 “nasıl ölçeklenir”, H5 “autograd ne yapıyor” sorusunu kapattı.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Backprop Ninja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09960" y="64373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64373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HATIRLANACAK ÜÇ CÜMLE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762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Asıl zorluk türev formüllerinde değil, şekillerde.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2960" y="29626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98094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değişkenden kaç ok çıkıyorsa o kadar katkı var.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76732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Farkın büyüklüğü hatanın türünü söylüyor.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22960" y="4773168"/>
            <a:ext cx="3840480" cy="0"/>
          </a:xfrm>
          <a:prstGeom prst="line">
            <a:avLst/>
          </a:prstGeom>
          <a:noFill/>
          <a:ln w="25400">
            <a:solidFill>
              <a:srgbClr val="B08D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56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2'de micrograd'da backward yazmıştım ama orada her şey tek bir sayıydı. Bu hafta aynı işi matrislerle yaptım.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4132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zorlandığım yer bndiff'in ikinci katkısıydı — kâğıda çizerek buldum.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YZ50 · Hafta 5 · Neco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2026-09-16T19:48:24Z</dcterms:created>
  <dcterms:modified xsi:type="dcterms:W3CDTF">2026-09-16T19:48:24Z</dcterms:modified>
</cp:coreProperties>
</file>